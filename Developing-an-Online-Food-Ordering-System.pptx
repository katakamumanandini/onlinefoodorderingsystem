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rimo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utfit Extra Bold" panose="020B0604020202020204" charset="0"/>
      <p:regular r:id="rId17"/>
    </p:embeddedFont>
    <p:embeddedFont>
      <p:font typeface="Centaur" panose="02030504050205020304" pitchFamily="18" charset="0"/>
      <p:regular r:id="rId18"/>
    </p:embeddedFont>
    <p:embeddedFont>
      <p:font typeface="Segoe UI Black" panose="020B0A02040204020203" pitchFamily="34" charset="0"/>
      <p:bold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50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196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Developing an Online Food Ordering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77377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presentation outlines the development of our Online Food Ordering System, a comprehensive web application designed to streamline the food ordering process for users and simplify menu management for administrators.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48413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Developed by: Harini, Prasanna, Uma Nandini, Haleema, Swathi, Lakshmi Kala, Sri Lakshmi, Chandini.</a:t>
            </a:r>
            <a:endParaRPr lang="en-US" sz="17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2148" y="7647238"/>
            <a:ext cx="2008252" cy="524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98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5223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Our Online Food Ordering System is a full-stack application enabling users to browse food items, manage a shopping cart, apply filters, and place orders. It also features a secure login/signup system and a robust admin panel for comprehensive menu management.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30577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99609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416623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4903232"/>
            <a:ext cx="32514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User-Centric Experience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5393650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Intuitive browsing, cart management, and seamless order placement.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30577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0" name="Shape 8"/>
          <p:cNvSpPr/>
          <p:nvPr/>
        </p:nvSpPr>
        <p:spPr>
          <a:xfrm>
            <a:off x="6974860" y="399609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11" name="Text 9"/>
          <p:cNvSpPr/>
          <p:nvPr/>
        </p:nvSpPr>
        <p:spPr>
          <a:xfrm>
            <a:off x="7178933" y="416623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74256" y="4903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Admin Control ( CLI 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74256" y="539365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Efficient tools for menu updates and operational oversight.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430577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98032" y="399609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sp>
        <p:nvSpPr>
          <p:cNvPr id="16" name="Text 14"/>
          <p:cNvSpPr/>
          <p:nvPr/>
        </p:nvSpPr>
        <p:spPr>
          <a:xfrm>
            <a:off x="11602105" y="416623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97427" y="49032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Register &amp; Login 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97427" y="539365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Robust login and registration features for user accounts.</a:t>
            </a:r>
            <a:endParaRPr lang="en-US" sz="17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2105" y="7443994"/>
            <a:ext cx="3008707" cy="7856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55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913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7434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HTML: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Structure and content of web pages.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856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CSS: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Styling and visual presentation.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278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JavaScript: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Interactive elements and dynamic content updates.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0913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Backend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74344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Java: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Core business logic and API development.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1856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SparkJava: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Lightweight web framework for routing.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278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Maven: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Project build automation and dependency management.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6880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Our choice of technologies provided a robust and scalable foundation for the application, balancing performance with ease of development.</a:t>
            </a:r>
            <a:endParaRPr lang="en-US" sz="17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8193" y="7458804"/>
            <a:ext cx="2822207" cy="7369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69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Core Modules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69400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User Module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2374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registration, login, menu viewing, filtering, and order placement with cart functionality.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1869400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Admin Module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32374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Backend menu management, including adding, removing, and updating food items.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1869400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Menu Module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32374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Displays food items with images, names, and prices using interactive cards.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979432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9433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Cart &amp; Order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43378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Functionality to add items to cart, confirm orders, and send data via JavaScript fetch() POST calls.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4979432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9433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Filter/Sort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43378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Dropdown for sorting items by price (Low to High / High to Low), implemented with JavaScript.</a:t>
            </a:r>
            <a:endParaRPr lang="en-US" sz="17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11876" y="7522488"/>
            <a:ext cx="2518524" cy="6576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731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Frontend-Backend Integration &amp; Data Management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91853"/>
            <a:ext cx="406836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Seamless Communication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0439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SparkJava: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Utilized for efficient backend routing and endpoint exposure (e.g., /login, /order, /menu).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490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JavaScript fetch():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Enabled asynchronous communication between frontend and backend.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65415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CORS Handling: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Properly configured in SparkJava to ensure secure and smooth cross-origin requests.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391853"/>
            <a:ext cx="465748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Structures &amp; Algorithms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40439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ArrayList: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Used extensively for dynamic storage of menu items, cart contents, and order details.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4905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Sorting Algorithms: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Applied Quick Sort or Merge Sort for efficient price-based menu sorting.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6541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Java Collections: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Leveraged various Java collections and applied sorting/searching logic as needed for optimal data handling.</a:t>
            </a:r>
            <a:endParaRPr lang="en-US" sz="17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661" y="7350769"/>
            <a:ext cx="3365739" cy="8788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21" y="518755"/>
            <a:ext cx="6602016" cy="58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Project Flow: A User's Journey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0321" y="1485662"/>
            <a:ext cx="188595" cy="1132046"/>
          </a:xfrm>
          <a:prstGeom prst="roundRect">
            <a:avLst>
              <a:gd name="adj" fmla="val 420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7511" y="1674257"/>
            <a:ext cx="235839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Home Page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037511" y="2082165"/>
            <a:ext cx="12932569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Display of available food items, with options for user login or registration.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43332" y="2759154"/>
            <a:ext cx="188595" cy="1132046"/>
          </a:xfrm>
          <a:prstGeom prst="roundRect">
            <a:avLst>
              <a:gd name="adj" fmla="val 420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0522" y="2947749"/>
            <a:ext cx="235839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Login/Register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320522" y="3355658"/>
            <a:ext cx="12649557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Secure validation of user credentials or creation of new accounts.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226344" y="4032647"/>
            <a:ext cx="188595" cy="1132046"/>
          </a:xfrm>
          <a:prstGeom prst="roundRect">
            <a:avLst>
              <a:gd name="adj" fmla="val 420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3534" y="4221242"/>
            <a:ext cx="235839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User Dashboard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603534" y="4629150"/>
            <a:ext cx="12366546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Access to the full menu, cart management, and the ability to place orders.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509355" y="5306139"/>
            <a:ext cx="188595" cy="1132046"/>
          </a:xfrm>
          <a:prstGeom prst="roundRect">
            <a:avLst>
              <a:gd name="adj" fmla="val 420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86545" y="5494734"/>
            <a:ext cx="235839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Admin Panel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886545" y="5855346"/>
            <a:ext cx="12083534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Exclusive access for administrators to add, modify, or delete food items from the menu.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226344" y="6579632"/>
            <a:ext cx="188595" cy="1132046"/>
          </a:xfrm>
          <a:prstGeom prst="roundRect">
            <a:avLst>
              <a:gd name="adj" fmla="val 4201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3534" y="6768227"/>
            <a:ext cx="250317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Order Confirmed Page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603534" y="7176135"/>
            <a:ext cx="12366546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Confirmation and summary displayed to the user after a successful order placement.</a:t>
            </a:r>
            <a:endParaRPr lang="en-US" sz="14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3176" y="7491381"/>
            <a:ext cx="2827224" cy="7382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7586"/>
            <a:ext cx="6612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Challenges and Solutions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99993"/>
            <a:ext cx="4196358" cy="3173849"/>
          </a:xfrm>
          <a:prstGeom prst="roundRect">
            <a:avLst>
              <a:gd name="adj" fmla="val 3002"/>
            </a:avLst>
          </a:prstGeom>
          <a:noFill/>
          <a:ln w="30480">
            <a:solidFill>
              <a:srgbClr val="BDB8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057287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Frontend-Backend Connection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902035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Establishing seamless data flow between the HTML/CSS frontend and the SparkJava backend proved challenging, requiring careful endpoint configuration.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799993"/>
            <a:ext cx="4196358" cy="3173849"/>
          </a:xfrm>
          <a:prstGeom prst="roundRect">
            <a:avLst>
              <a:gd name="adj" fmla="val 3002"/>
            </a:avLst>
          </a:prstGeom>
          <a:noFill/>
          <a:ln w="30480">
            <a:solidFill>
              <a:srgbClr val="BDB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0572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CORS Handling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547705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Implementing Cross-Origin Resource Sharing (CORS) correctly in SparkJava was crucial to enable secure communication across domains.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799993"/>
            <a:ext cx="4196358" cy="3173849"/>
          </a:xfrm>
          <a:prstGeom prst="roundRect">
            <a:avLst>
              <a:gd name="adj" fmla="val 3002"/>
            </a:avLst>
          </a:prstGeom>
          <a:noFill/>
          <a:ln w="30480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057287"/>
            <a:ext cx="2975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Professional UI Design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547705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Designing an intuitive and aesthetically pleasing user interface that mimics professional food ordering applications demanded significant effort in CSS and layout.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2289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Overcoming these challenges significantly enhanced our understanding of full-stack development and practical problem-solving.</a:t>
            </a:r>
            <a:endParaRPr lang="en-US" sz="17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172" y="7294245"/>
            <a:ext cx="3151761" cy="8229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3128"/>
            <a:ext cx="72142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Conclusion &amp; Key Learnings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755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provided invaluable hands-on experience in building a real-world web application from the ground up.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935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0906" y="3071455"/>
            <a:ext cx="29964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Java Backend Mastery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3561874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Deepened understanding of Java for robust server-side logic and API development.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29935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400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Seamless Integration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94000" y="3561874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Gained expertise in connecting frontend technologies (HTML/CSS) with a Java backend.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7413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0906" y="4819174"/>
            <a:ext cx="29473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Web Application Logic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30906" y="5309592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Applied core web development principles to implement features like user authentication, cart management, and RESTful APIs.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56884" y="47413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4000" y="48191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Problem-Solving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94000" y="5309592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Developed critical skills in debugging and resolving complex technical challenges, particularly with CORS and data flow.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6534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are proud of the functional and user-friendly system we developed.</a:t>
            </a:r>
            <a:endParaRPr lang="en-US" sz="17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633" y="7437240"/>
            <a:ext cx="2957636" cy="7722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omemade Pizza with September Farm Chee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0331" y="7658020"/>
            <a:ext cx="1705213" cy="5715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303987" y="3972911"/>
            <a:ext cx="9207062" cy="998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50"/>
              </a:lnSpc>
            </a:pPr>
            <a:r>
              <a:rPr lang="en-US" sz="9600" b="1" dirty="0" smtClean="0">
                <a:solidFill>
                  <a:srgbClr val="231971"/>
                </a:solidFill>
                <a:latin typeface="Centaur" panose="02030504050205020304" pitchFamily="18" charset="0"/>
                <a:ea typeface="Segoe UI Black" panose="020B0A02040204020203" pitchFamily="34" charset="0"/>
                <a:cs typeface="Outfit Extra Bold" pitchFamily="34" charset="-120"/>
              </a:rPr>
              <a:t>Thank You !</a:t>
            </a:r>
            <a:endParaRPr lang="en-US" sz="9600" dirty="0">
              <a:latin typeface="Centaur" panose="02030504050205020304" pitchFamily="18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100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719</Words>
  <Application>Microsoft Office PowerPoint</Application>
  <PresentationFormat>Custom</PresentationFormat>
  <Paragraphs>83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Arimo</vt:lpstr>
      <vt:lpstr>Calibri</vt:lpstr>
      <vt:lpstr>Outfit Extra Bold</vt:lpstr>
      <vt:lpstr>Centaur</vt:lpstr>
      <vt:lpstr>Segoe UI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haleema shaik</cp:lastModifiedBy>
  <cp:revision>3</cp:revision>
  <dcterms:created xsi:type="dcterms:W3CDTF">2025-07-21T04:25:47Z</dcterms:created>
  <dcterms:modified xsi:type="dcterms:W3CDTF">2025-07-21T04:39:52Z</dcterms:modified>
</cp:coreProperties>
</file>